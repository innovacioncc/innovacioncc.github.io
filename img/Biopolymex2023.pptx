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D6ECFF"/>
              </a:solidFill>
              <a:prstDash val="solid"/>
              <a:round/>
            </a:ln>
          </a:left>
          <a:right>
            <a:ln w="12700" cap="flat">
              <a:solidFill>
                <a:srgbClr val="D6ECFF"/>
              </a:solidFill>
              <a:prstDash val="solid"/>
              <a:round/>
            </a:ln>
          </a:right>
          <a:top>
            <a:ln w="12700" cap="flat">
              <a:solidFill>
                <a:srgbClr val="D6ECFF"/>
              </a:solidFill>
              <a:prstDash val="solid"/>
              <a:round/>
            </a:ln>
          </a:top>
          <a:bottom>
            <a:ln w="12700" cap="flat">
              <a:solidFill>
                <a:srgbClr val="D6ECFF"/>
              </a:solidFill>
              <a:prstDash val="solid"/>
              <a:round/>
            </a:ln>
          </a:bottom>
          <a:insideH>
            <a:ln w="12700" cap="flat">
              <a:solidFill>
                <a:srgbClr val="D6ECFF"/>
              </a:solidFill>
              <a:prstDash val="solid"/>
              <a:round/>
            </a:ln>
          </a:insideH>
          <a:insideV>
            <a:ln w="12700" cap="flat">
              <a:solidFill>
                <a:srgbClr val="D6EC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D6ECFF"/>
        </a:fontRef>
        <a:srgbClr val="D6ECFF"/>
      </a:tcTxStyle>
      <a:tcStyle>
        <a:tcBdr>
          <a:left>
            <a:ln w="12700" cap="flat">
              <a:solidFill>
                <a:srgbClr val="D6ECFF"/>
              </a:solidFill>
              <a:prstDash val="solid"/>
              <a:round/>
            </a:ln>
          </a:left>
          <a:right>
            <a:ln w="12700" cap="flat">
              <a:solidFill>
                <a:srgbClr val="D6ECFF"/>
              </a:solidFill>
              <a:prstDash val="solid"/>
              <a:round/>
            </a:ln>
          </a:right>
          <a:top>
            <a:ln w="12700" cap="flat">
              <a:solidFill>
                <a:srgbClr val="D6ECFF"/>
              </a:solidFill>
              <a:prstDash val="solid"/>
              <a:round/>
            </a:ln>
          </a:top>
          <a:bottom>
            <a:ln w="12700" cap="flat">
              <a:solidFill>
                <a:srgbClr val="D6ECFF"/>
              </a:solidFill>
              <a:prstDash val="solid"/>
              <a:round/>
            </a:ln>
          </a:bottom>
          <a:insideH>
            <a:ln w="12700" cap="flat">
              <a:solidFill>
                <a:srgbClr val="D6ECFF"/>
              </a:solidFill>
              <a:prstDash val="solid"/>
              <a:round/>
            </a:ln>
          </a:insideH>
          <a:insideV>
            <a:ln w="12700" cap="flat">
              <a:solidFill>
                <a:srgbClr val="D6EC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D6ECFF"/>
        </a:fontRef>
        <a:srgbClr val="D6ECFF"/>
      </a:tcTxStyle>
      <a:tcStyle>
        <a:tcBdr>
          <a:left>
            <a:ln w="12700" cap="flat">
              <a:solidFill>
                <a:srgbClr val="D6ECFF"/>
              </a:solidFill>
              <a:prstDash val="solid"/>
              <a:round/>
            </a:ln>
          </a:left>
          <a:right>
            <a:ln w="12700" cap="flat">
              <a:solidFill>
                <a:srgbClr val="D6ECFF"/>
              </a:solidFill>
              <a:prstDash val="solid"/>
              <a:round/>
            </a:ln>
          </a:right>
          <a:top>
            <a:ln w="38100" cap="flat">
              <a:solidFill>
                <a:srgbClr val="D6ECFF"/>
              </a:solidFill>
              <a:prstDash val="solid"/>
              <a:round/>
            </a:ln>
          </a:top>
          <a:bottom>
            <a:ln w="12700" cap="flat">
              <a:solidFill>
                <a:srgbClr val="D6ECFF"/>
              </a:solidFill>
              <a:prstDash val="solid"/>
              <a:round/>
            </a:ln>
          </a:bottom>
          <a:insideH>
            <a:ln w="12700" cap="flat">
              <a:solidFill>
                <a:srgbClr val="D6ECFF"/>
              </a:solidFill>
              <a:prstDash val="solid"/>
              <a:round/>
            </a:ln>
          </a:insideH>
          <a:insideV>
            <a:ln w="12700" cap="flat">
              <a:solidFill>
                <a:srgbClr val="D6EC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D6ECFF"/>
        </a:fontRef>
        <a:srgbClr val="D6ECFF"/>
      </a:tcTxStyle>
      <a:tcStyle>
        <a:tcBdr>
          <a:left>
            <a:ln w="12700" cap="flat">
              <a:solidFill>
                <a:srgbClr val="D6ECFF"/>
              </a:solidFill>
              <a:prstDash val="solid"/>
              <a:round/>
            </a:ln>
          </a:left>
          <a:right>
            <a:ln w="12700" cap="flat">
              <a:solidFill>
                <a:srgbClr val="D6ECFF"/>
              </a:solidFill>
              <a:prstDash val="solid"/>
              <a:round/>
            </a:ln>
          </a:right>
          <a:top>
            <a:ln w="12700" cap="flat">
              <a:solidFill>
                <a:srgbClr val="D6ECFF"/>
              </a:solidFill>
              <a:prstDash val="solid"/>
              <a:round/>
            </a:ln>
          </a:top>
          <a:bottom>
            <a:ln w="38100" cap="flat">
              <a:solidFill>
                <a:srgbClr val="D6ECFF"/>
              </a:solidFill>
              <a:prstDash val="solid"/>
              <a:round/>
            </a:ln>
          </a:bottom>
          <a:insideH>
            <a:ln w="12700" cap="flat">
              <a:solidFill>
                <a:srgbClr val="D6ECFF"/>
              </a:solidFill>
              <a:prstDash val="solid"/>
              <a:round/>
            </a:ln>
          </a:insideH>
          <a:insideV>
            <a:ln w="12700" cap="flat">
              <a:solidFill>
                <a:srgbClr val="D6EC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D6ECFF"/>
              </a:solidFill>
              <a:prstDash val="solid"/>
              <a:round/>
            </a:ln>
          </a:left>
          <a:right>
            <a:ln w="12700" cap="flat">
              <a:solidFill>
                <a:srgbClr val="D6ECFF"/>
              </a:solidFill>
              <a:prstDash val="solid"/>
              <a:round/>
            </a:ln>
          </a:right>
          <a:top>
            <a:ln w="12700" cap="flat">
              <a:solidFill>
                <a:srgbClr val="D6ECFF"/>
              </a:solidFill>
              <a:prstDash val="solid"/>
              <a:round/>
            </a:ln>
          </a:top>
          <a:bottom>
            <a:ln w="12700" cap="flat">
              <a:solidFill>
                <a:srgbClr val="D6ECFF"/>
              </a:solidFill>
              <a:prstDash val="solid"/>
              <a:round/>
            </a:ln>
          </a:bottom>
          <a:insideH>
            <a:ln w="12700" cap="flat">
              <a:solidFill>
                <a:srgbClr val="D6ECFF"/>
              </a:solidFill>
              <a:prstDash val="solid"/>
              <a:round/>
            </a:ln>
          </a:insideH>
          <a:insideV>
            <a:ln w="12700" cap="flat">
              <a:solidFill>
                <a:srgbClr val="D6EC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D6ECFF"/>
        </a:fontRef>
        <a:srgbClr val="D6ECFF"/>
      </a:tcTxStyle>
      <a:tcStyle>
        <a:tcBdr>
          <a:left>
            <a:ln w="12700" cap="flat">
              <a:solidFill>
                <a:srgbClr val="D6ECFF"/>
              </a:solidFill>
              <a:prstDash val="solid"/>
              <a:round/>
            </a:ln>
          </a:left>
          <a:right>
            <a:ln w="12700" cap="flat">
              <a:solidFill>
                <a:srgbClr val="D6ECFF"/>
              </a:solidFill>
              <a:prstDash val="solid"/>
              <a:round/>
            </a:ln>
          </a:right>
          <a:top>
            <a:ln w="12700" cap="flat">
              <a:solidFill>
                <a:srgbClr val="D6ECFF"/>
              </a:solidFill>
              <a:prstDash val="solid"/>
              <a:round/>
            </a:ln>
          </a:top>
          <a:bottom>
            <a:ln w="12700" cap="flat">
              <a:solidFill>
                <a:srgbClr val="D6ECFF"/>
              </a:solidFill>
              <a:prstDash val="solid"/>
              <a:round/>
            </a:ln>
          </a:bottom>
          <a:insideH>
            <a:ln w="12700" cap="flat">
              <a:solidFill>
                <a:srgbClr val="D6ECFF"/>
              </a:solidFill>
              <a:prstDash val="solid"/>
              <a:round/>
            </a:ln>
          </a:insideH>
          <a:insideV>
            <a:ln w="12700" cap="flat">
              <a:solidFill>
                <a:srgbClr val="D6EC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D6ECFF"/>
        </a:fontRef>
        <a:srgbClr val="D6ECFF"/>
      </a:tcTxStyle>
      <a:tcStyle>
        <a:tcBdr>
          <a:left>
            <a:ln w="12700" cap="flat">
              <a:solidFill>
                <a:srgbClr val="D6ECFF"/>
              </a:solidFill>
              <a:prstDash val="solid"/>
              <a:round/>
            </a:ln>
          </a:left>
          <a:right>
            <a:ln w="12700" cap="flat">
              <a:solidFill>
                <a:srgbClr val="D6ECFF"/>
              </a:solidFill>
              <a:prstDash val="solid"/>
              <a:round/>
            </a:ln>
          </a:right>
          <a:top>
            <a:ln w="38100" cap="flat">
              <a:solidFill>
                <a:srgbClr val="D6ECFF"/>
              </a:solidFill>
              <a:prstDash val="solid"/>
              <a:round/>
            </a:ln>
          </a:top>
          <a:bottom>
            <a:ln w="12700" cap="flat">
              <a:solidFill>
                <a:srgbClr val="D6ECFF"/>
              </a:solidFill>
              <a:prstDash val="solid"/>
              <a:round/>
            </a:ln>
          </a:bottom>
          <a:insideH>
            <a:ln w="12700" cap="flat">
              <a:solidFill>
                <a:srgbClr val="D6ECFF"/>
              </a:solidFill>
              <a:prstDash val="solid"/>
              <a:round/>
            </a:ln>
          </a:insideH>
          <a:insideV>
            <a:ln w="12700" cap="flat">
              <a:solidFill>
                <a:srgbClr val="D6EC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D6ECFF"/>
        </a:fontRef>
        <a:srgbClr val="D6ECFF"/>
      </a:tcTxStyle>
      <a:tcStyle>
        <a:tcBdr>
          <a:left>
            <a:ln w="12700" cap="flat">
              <a:solidFill>
                <a:srgbClr val="D6ECFF"/>
              </a:solidFill>
              <a:prstDash val="solid"/>
              <a:round/>
            </a:ln>
          </a:left>
          <a:right>
            <a:ln w="12700" cap="flat">
              <a:solidFill>
                <a:srgbClr val="D6ECFF"/>
              </a:solidFill>
              <a:prstDash val="solid"/>
              <a:round/>
            </a:ln>
          </a:right>
          <a:top>
            <a:ln w="12700" cap="flat">
              <a:solidFill>
                <a:srgbClr val="D6ECFF"/>
              </a:solidFill>
              <a:prstDash val="solid"/>
              <a:round/>
            </a:ln>
          </a:top>
          <a:bottom>
            <a:ln w="38100" cap="flat">
              <a:solidFill>
                <a:srgbClr val="D6ECFF"/>
              </a:solidFill>
              <a:prstDash val="solid"/>
              <a:round/>
            </a:ln>
          </a:bottom>
          <a:insideH>
            <a:ln w="12700" cap="flat">
              <a:solidFill>
                <a:srgbClr val="D6ECFF"/>
              </a:solidFill>
              <a:prstDash val="solid"/>
              <a:round/>
            </a:ln>
          </a:insideH>
          <a:insideV>
            <a:ln w="12700" cap="flat">
              <a:solidFill>
                <a:srgbClr val="D6EC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D6ECFF"/>
              </a:solidFill>
              <a:prstDash val="solid"/>
              <a:round/>
            </a:ln>
          </a:left>
          <a:right>
            <a:ln w="12700" cap="flat">
              <a:solidFill>
                <a:srgbClr val="D6ECFF"/>
              </a:solidFill>
              <a:prstDash val="solid"/>
              <a:round/>
            </a:ln>
          </a:right>
          <a:top>
            <a:ln w="12700" cap="flat">
              <a:solidFill>
                <a:srgbClr val="D6ECFF"/>
              </a:solidFill>
              <a:prstDash val="solid"/>
              <a:round/>
            </a:ln>
          </a:top>
          <a:bottom>
            <a:ln w="12700" cap="flat">
              <a:solidFill>
                <a:srgbClr val="D6ECFF"/>
              </a:solidFill>
              <a:prstDash val="solid"/>
              <a:round/>
            </a:ln>
          </a:bottom>
          <a:insideH>
            <a:ln w="12700" cap="flat">
              <a:solidFill>
                <a:srgbClr val="D6ECFF"/>
              </a:solidFill>
              <a:prstDash val="solid"/>
              <a:round/>
            </a:ln>
          </a:insideH>
          <a:insideV>
            <a:ln w="12700" cap="flat">
              <a:solidFill>
                <a:srgbClr val="D6EC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D6ECFF"/>
        </a:fontRef>
        <a:srgbClr val="D6ECFF"/>
      </a:tcTxStyle>
      <a:tcStyle>
        <a:tcBdr>
          <a:left>
            <a:ln w="12700" cap="flat">
              <a:solidFill>
                <a:srgbClr val="D6ECFF"/>
              </a:solidFill>
              <a:prstDash val="solid"/>
              <a:round/>
            </a:ln>
          </a:left>
          <a:right>
            <a:ln w="12700" cap="flat">
              <a:solidFill>
                <a:srgbClr val="D6ECFF"/>
              </a:solidFill>
              <a:prstDash val="solid"/>
              <a:round/>
            </a:ln>
          </a:right>
          <a:top>
            <a:ln w="12700" cap="flat">
              <a:solidFill>
                <a:srgbClr val="D6ECFF"/>
              </a:solidFill>
              <a:prstDash val="solid"/>
              <a:round/>
            </a:ln>
          </a:top>
          <a:bottom>
            <a:ln w="12700" cap="flat">
              <a:solidFill>
                <a:srgbClr val="D6ECFF"/>
              </a:solidFill>
              <a:prstDash val="solid"/>
              <a:round/>
            </a:ln>
          </a:bottom>
          <a:insideH>
            <a:ln w="12700" cap="flat">
              <a:solidFill>
                <a:srgbClr val="D6ECFF"/>
              </a:solidFill>
              <a:prstDash val="solid"/>
              <a:round/>
            </a:ln>
          </a:insideH>
          <a:insideV>
            <a:ln w="12700" cap="flat">
              <a:solidFill>
                <a:srgbClr val="D6EC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D6ECFF"/>
        </a:fontRef>
        <a:srgbClr val="D6ECFF"/>
      </a:tcTxStyle>
      <a:tcStyle>
        <a:tcBdr>
          <a:left>
            <a:ln w="12700" cap="flat">
              <a:solidFill>
                <a:srgbClr val="D6ECFF"/>
              </a:solidFill>
              <a:prstDash val="solid"/>
              <a:round/>
            </a:ln>
          </a:left>
          <a:right>
            <a:ln w="12700" cap="flat">
              <a:solidFill>
                <a:srgbClr val="D6ECFF"/>
              </a:solidFill>
              <a:prstDash val="solid"/>
              <a:round/>
            </a:ln>
          </a:right>
          <a:top>
            <a:ln w="38100" cap="flat">
              <a:solidFill>
                <a:srgbClr val="D6ECFF"/>
              </a:solidFill>
              <a:prstDash val="solid"/>
              <a:round/>
            </a:ln>
          </a:top>
          <a:bottom>
            <a:ln w="12700" cap="flat">
              <a:solidFill>
                <a:srgbClr val="D6ECFF"/>
              </a:solidFill>
              <a:prstDash val="solid"/>
              <a:round/>
            </a:ln>
          </a:bottom>
          <a:insideH>
            <a:ln w="12700" cap="flat">
              <a:solidFill>
                <a:srgbClr val="D6ECFF"/>
              </a:solidFill>
              <a:prstDash val="solid"/>
              <a:round/>
            </a:ln>
          </a:insideH>
          <a:insideV>
            <a:ln w="12700" cap="flat">
              <a:solidFill>
                <a:srgbClr val="D6EC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D6ECFF"/>
        </a:fontRef>
        <a:srgbClr val="D6ECFF"/>
      </a:tcTxStyle>
      <a:tcStyle>
        <a:tcBdr>
          <a:left>
            <a:ln w="12700" cap="flat">
              <a:solidFill>
                <a:srgbClr val="D6ECFF"/>
              </a:solidFill>
              <a:prstDash val="solid"/>
              <a:round/>
            </a:ln>
          </a:left>
          <a:right>
            <a:ln w="12700" cap="flat">
              <a:solidFill>
                <a:srgbClr val="D6ECFF"/>
              </a:solidFill>
              <a:prstDash val="solid"/>
              <a:round/>
            </a:ln>
          </a:right>
          <a:top>
            <a:ln w="12700" cap="flat">
              <a:solidFill>
                <a:srgbClr val="D6ECFF"/>
              </a:solidFill>
              <a:prstDash val="solid"/>
              <a:round/>
            </a:ln>
          </a:top>
          <a:bottom>
            <a:ln w="38100" cap="flat">
              <a:solidFill>
                <a:srgbClr val="D6ECFF"/>
              </a:solidFill>
              <a:prstDash val="solid"/>
              <a:round/>
            </a:ln>
          </a:bottom>
          <a:insideH>
            <a:ln w="12700" cap="flat">
              <a:solidFill>
                <a:srgbClr val="D6ECFF"/>
              </a:solidFill>
              <a:prstDash val="solid"/>
              <a:round/>
            </a:ln>
          </a:insideH>
          <a:insideV>
            <a:ln w="12700" cap="flat">
              <a:solidFill>
                <a:srgbClr val="D6EC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D6ECFF"/>
          </a:solidFill>
        </a:fill>
      </a:tcStyle>
    </a:band2H>
    <a:firstCol>
      <a:tcTxStyle b="on" i="off">
        <a:fontRef idx="minor">
          <a:srgbClr val="D6ECFF"/>
        </a:fontRef>
        <a:srgbClr val="D6EC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6ECFF"/>
          </a:solidFill>
        </a:fill>
      </a:tcStyle>
    </a:lastRow>
    <a:firstRow>
      <a:tcTxStyle b="on" i="off">
        <a:fontRef idx="minor">
          <a:srgbClr val="D6ECFF"/>
        </a:fontRef>
        <a:srgbClr val="D6EC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D6ECFF"/>
              </a:solidFill>
              <a:prstDash val="solid"/>
              <a:round/>
            </a:ln>
          </a:left>
          <a:right>
            <a:ln w="12700" cap="flat">
              <a:solidFill>
                <a:srgbClr val="D6ECFF"/>
              </a:solidFill>
              <a:prstDash val="solid"/>
              <a:round/>
            </a:ln>
          </a:right>
          <a:top>
            <a:ln w="12700" cap="flat">
              <a:solidFill>
                <a:srgbClr val="D6ECFF"/>
              </a:solidFill>
              <a:prstDash val="solid"/>
              <a:round/>
            </a:ln>
          </a:top>
          <a:bottom>
            <a:ln w="12700" cap="flat">
              <a:solidFill>
                <a:srgbClr val="D6ECFF"/>
              </a:solidFill>
              <a:prstDash val="solid"/>
              <a:round/>
            </a:ln>
          </a:bottom>
          <a:insideH>
            <a:ln w="12700" cap="flat">
              <a:solidFill>
                <a:srgbClr val="D6ECFF"/>
              </a:solidFill>
              <a:prstDash val="solid"/>
              <a:round/>
            </a:ln>
          </a:insideH>
          <a:insideV>
            <a:ln w="12700" cap="flat">
              <a:solidFill>
                <a:srgbClr val="D6EC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D6ECFF"/>
        </a:fontRef>
        <a:srgbClr val="D6ECFF"/>
      </a:tcTxStyle>
      <a:tcStyle>
        <a:tcBdr>
          <a:left>
            <a:ln w="12700" cap="flat">
              <a:solidFill>
                <a:srgbClr val="D6ECFF"/>
              </a:solidFill>
              <a:prstDash val="solid"/>
              <a:round/>
            </a:ln>
          </a:left>
          <a:right>
            <a:ln w="12700" cap="flat">
              <a:solidFill>
                <a:srgbClr val="D6ECFF"/>
              </a:solidFill>
              <a:prstDash val="solid"/>
              <a:round/>
            </a:ln>
          </a:right>
          <a:top>
            <a:ln w="12700" cap="flat">
              <a:solidFill>
                <a:srgbClr val="D6ECFF"/>
              </a:solidFill>
              <a:prstDash val="solid"/>
              <a:round/>
            </a:ln>
          </a:top>
          <a:bottom>
            <a:ln w="12700" cap="flat">
              <a:solidFill>
                <a:srgbClr val="D6ECFF"/>
              </a:solidFill>
              <a:prstDash val="solid"/>
              <a:round/>
            </a:ln>
          </a:bottom>
          <a:insideH>
            <a:ln w="12700" cap="flat">
              <a:solidFill>
                <a:srgbClr val="D6ECFF"/>
              </a:solidFill>
              <a:prstDash val="solid"/>
              <a:round/>
            </a:ln>
          </a:insideH>
          <a:insideV>
            <a:ln w="12700" cap="flat">
              <a:solidFill>
                <a:srgbClr val="D6EC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D6ECFF"/>
        </a:fontRef>
        <a:srgbClr val="D6ECFF"/>
      </a:tcTxStyle>
      <a:tcStyle>
        <a:tcBdr>
          <a:left>
            <a:ln w="12700" cap="flat">
              <a:solidFill>
                <a:srgbClr val="D6ECFF"/>
              </a:solidFill>
              <a:prstDash val="solid"/>
              <a:round/>
            </a:ln>
          </a:left>
          <a:right>
            <a:ln w="12700" cap="flat">
              <a:solidFill>
                <a:srgbClr val="D6ECFF"/>
              </a:solidFill>
              <a:prstDash val="solid"/>
              <a:round/>
            </a:ln>
          </a:right>
          <a:top>
            <a:ln w="38100" cap="flat">
              <a:solidFill>
                <a:srgbClr val="D6ECFF"/>
              </a:solidFill>
              <a:prstDash val="solid"/>
              <a:round/>
            </a:ln>
          </a:top>
          <a:bottom>
            <a:ln w="12700" cap="flat">
              <a:solidFill>
                <a:srgbClr val="D6ECFF"/>
              </a:solidFill>
              <a:prstDash val="solid"/>
              <a:round/>
            </a:ln>
          </a:bottom>
          <a:insideH>
            <a:ln w="12700" cap="flat">
              <a:solidFill>
                <a:srgbClr val="D6ECFF"/>
              </a:solidFill>
              <a:prstDash val="solid"/>
              <a:round/>
            </a:ln>
          </a:insideH>
          <a:insideV>
            <a:ln w="12700" cap="flat">
              <a:solidFill>
                <a:srgbClr val="D6EC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D6ECFF"/>
        </a:fontRef>
        <a:srgbClr val="D6ECFF"/>
      </a:tcTxStyle>
      <a:tcStyle>
        <a:tcBdr>
          <a:left>
            <a:ln w="12700" cap="flat">
              <a:solidFill>
                <a:srgbClr val="D6ECFF"/>
              </a:solidFill>
              <a:prstDash val="solid"/>
              <a:round/>
            </a:ln>
          </a:left>
          <a:right>
            <a:ln w="12700" cap="flat">
              <a:solidFill>
                <a:srgbClr val="D6ECFF"/>
              </a:solidFill>
              <a:prstDash val="solid"/>
              <a:round/>
            </a:ln>
          </a:right>
          <a:top>
            <a:ln w="12700" cap="flat">
              <a:solidFill>
                <a:srgbClr val="D6ECFF"/>
              </a:solidFill>
              <a:prstDash val="solid"/>
              <a:round/>
            </a:ln>
          </a:top>
          <a:bottom>
            <a:ln w="38100" cap="flat">
              <a:solidFill>
                <a:srgbClr val="D6ECFF"/>
              </a:solidFill>
              <a:prstDash val="solid"/>
              <a:round/>
            </a:ln>
          </a:bottom>
          <a:insideH>
            <a:ln w="12700" cap="flat">
              <a:solidFill>
                <a:srgbClr val="D6ECFF"/>
              </a:solidFill>
              <a:prstDash val="solid"/>
              <a:round/>
            </a:ln>
          </a:insideH>
          <a:insideV>
            <a:ln w="12700" cap="flat">
              <a:solidFill>
                <a:srgbClr val="D6EC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Shape 29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1" name="Shape 29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j-lt"/>
        <a:ea typeface="+mj-ea"/>
        <a:cs typeface="+mj-cs"/>
        <a:sym typeface="Calibri"/>
      </a:defRPr>
    </a:lvl1pPr>
    <a:lvl2pPr indent="2286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2pPr>
    <a:lvl3pPr indent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3pPr>
    <a:lvl4pPr indent="6858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4pPr>
    <a:lvl5pPr indent="9144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5pPr>
    <a:lvl6pPr indent="11430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6pPr>
    <a:lvl7pPr indent="13716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7pPr>
    <a:lvl8pPr indent="1600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8pPr>
    <a:lvl9pPr indent="18288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21" name="Nivel de texto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22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ault">
    <p:bg>
      <p:bgPr>
        <a:solidFill>
          <a:srgbClr val="D6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"/>
          <p:cNvSpPr/>
          <p:nvPr/>
        </p:nvSpPr>
        <p:spPr>
          <a:xfrm>
            <a:off x="-2" y="6705600"/>
            <a:ext cx="9144004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30" name="Rectángulo"/>
          <p:cNvSpPr/>
          <p:nvPr/>
        </p:nvSpPr>
        <p:spPr>
          <a:xfrm>
            <a:off x="8991600" y="3175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31" name="Rectángulo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32" name="Rectángulo"/>
          <p:cNvSpPr/>
          <p:nvPr/>
        </p:nvSpPr>
        <p:spPr>
          <a:xfrm>
            <a:off x="-2" y="0"/>
            <a:ext cx="9144004" cy="2514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33" name="Rectángulo"/>
          <p:cNvSpPr/>
          <p:nvPr/>
        </p:nvSpPr>
        <p:spPr>
          <a:xfrm>
            <a:off x="146050" y="6391273"/>
            <a:ext cx="8832850" cy="309565"/>
          </a:xfrm>
          <a:prstGeom prst="rect">
            <a:avLst/>
          </a:prstGeom>
          <a:solidFill>
            <a:srgbClr val="FEB80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34" name="Línea"/>
          <p:cNvSpPr/>
          <p:nvPr/>
        </p:nvSpPr>
        <p:spPr>
          <a:xfrm>
            <a:off x="155573" y="2419350"/>
            <a:ext cx="8832854" cy="0"/>
          </a:xfrm>
          <a:prstGeom prst="line">
            <a:avLst/>
          </a:prstGeom>
          <a:ln w="11430">
            <a:solidFill>
              <a:srgbClr val="E0A20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" name="Rectángulo"/>
          <p:cNvSpPr/>
          <p:nvPr/>
        </p:nvSpPr>
        <p:spPr>
          <a:xfrm>
            <a:off x="152400" y="152400"/>
            <a:ext cx="8832850" cy="6546850"/>
          </a:xfrm>
          <a:prstGeom prst="rect">
            <a:avLst/>
          </a:prstGeom>
          <a:ln w="9528">
            <a:solidFill>
              <a:srgbClr val="E0A208"/>
            </a:solidFill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36" name="Figura"/>
          <p:cNvSpPr/>
          <p:nvPr/>
        </p:nvSpPr>
        <p:spPr>
          <a:xfrm>
            <a:off x="4267198" y="2114549"/>
            <a:ext cx="609605" cy="60960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" name="Círculo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4">
            <a:solidFill>
              <a:srgbClr val="E0A208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8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39" name="Nivel de texto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0" name="Número de diapositiva"/>
          <p:cNvSpPr txBox="1"/>
          <p:nvPr>
            <p:ph type="sldNum" sz="quarter" idx="2"/>
          </p:nvPr>
        </p:nvSpPr>
        <p:spPr>
          <a:xfrm>
            <a:off x="4413915" y="2252981"/>
            <a:ext cx="316170" cy="33273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bg>
      <p:bgPr>
        <a:solidFill>
          <a:srgbClr val="D6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48" name="Nivel de texto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9" name="Número de diapositiva"/>
          <p:cNvSpPr txBox="1"/>
          <p:nvPr>
            <p:ph type="sldNum" sz="quarter" idx="2"/>
          </p:nvPr>
        </p:nvSpPr>
        <p:spPr>
          <a:xfrm>
            <a:off x="4432965" y="1081406"/>
            <a:ext cx="316170" cy="33273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ángulo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57" name="Rectángulo"/>
          <p:cNvSpPr/>
          <p:nvPr/>
        </p:nvSpPr>
        <p:spPr>
          <a:xfrm>
            <a:off x="-2" y="6705600"/>
            <a:ext cx="9144004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58" name="Rectángulo"/>
          <p:cNvSpPr/>
          <p:nvPr/>
        </p:nvSpPr>
        <p:spPr>
          <a:xfrm>
            <a:off x="-2" y="0"/>
            <a:ext cx="9144004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59" name="Rectángulo"/>
          <p:cNvSpPr/>
          <p:nvPr/>
        </p:nvSpPr>
        <p:spPr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60" name="Rectángulo"/>
          <p:cNvSpPr/>
          <p:nvPr/>
        </p:nvSpPr>
        <p:spPr>
          <a:xfrm>
            <a:off x="152400" y="2286000"/>
            <a:ext cx="8832850" cy="3048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61" name="Rectángulo"/>
          <p:cNvSpPr/>
          <p:nvPr/>
        </p:nvSpPr>
        <p:spPr>
          <a:xfrm>
            <a:off x="155575" y="142875"/>
            <a:ext cx="8832850" cy="2139950"/>
          </a:xfrm>
          <a:prstGeom prst="rect">
            <a:avLst/>
          </a:prstGeom>
          <a:solidFill>
            <a:srgbClr val="7FD13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62" name="Rectángulo"/>
          <p:cNvSpPr/>
          <p:nvPr/>
        </p:nvSpPr>
        <p:spPr>
          <a:xfrm>
            <a:off x="146050" y="6391273"/>
            <a:ext cx="8832850" cy="309565"/>
          </a:xfrm>
          <a:prstGeom prst="rect">
            <a:avLst/>
          </a:prstGeom>
          <a:solidFill>
            <a:srgbClr val="FEB80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63" name="Rectángulo"/>
          <p:cNvSpPr/>
          <p:nvPr/>
        </p:nvSpPr>
        <p:spPr>
          <a:xfrm>
            <a:off x="152400" y="152400"/>
            <a:ext cx="8832850" cy="6546850"/>
          </a:xfrm>
          <a:prstGeom prst="rect">
            <a:avLst/>
          </a:prstGeom>
          <a:ln w="9528">
            <a:solidFill>
              <a:srgbClr val="E0A208"/>
            </a:solidFill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64" name="Línea"/>
          <p:cNvSpPr/>
          <p:nvPr/>
        </p:nvSpPr>
        <p:spPr>
          <a:xfrm>
            <a:off x="152398" y="2438400"/>
            <a:ext cx="8832854" cy="0"/>
          </a:xfrm>
          <a:prstGeom prst="line">
            <a:avLst/>
          </a:prstGeom>
          <a:ln w="11430">
            <a:solidFill>
              <a:srgbClr val="E0A20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" name="Figura"/>
          <p:cNvSpPr/>
          <p:nvPr/>
        </p:nvSpPr>
        <p:spPr>
          <a:xfrm>
            <a:off x="4267198" y="2114549"/>
            <a:ext cx="609605" cy="60960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6" name="Círculo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4">
            <a:solidFill>
              <a:srgbClr val="E0A208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7" name="Número de diapositiva"/>
          <p:cNvSpPr txBox="1"/>
          <p:nvPr>
            <p:ph type="sldNum" sz="quarter" idx="2"/>
          </p:nvPr>
        </p:nvSpPr>
        <p:spPr>
          <a:xfrm>
            <a:off x="4413915" y="2252981"/>
            <a:ext cx="316170" cy="33273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bg>
      <p:bgPr>
        <a:solidFill>
          <a:srgbClr val="D6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Línea"/>
          <p:cNvSpPr/>
          <p:nvPr/>
        </p:nvSpPr>
        <p:spPr>
          <a:xfrm flipV="1">
            <a:off x="4562474" y="1576386"/>
            <a:ext cx="9527" cy="4818064"/>
          </a:xfrm>
          <a:prstGeom prst="line">
            <a:avLst/>
          </a:prstGeom>
          <a:ln w="9528">
            <a:solidFill>
              <a:srgbClr val="4E5B6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76" name="Nivel de texto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77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ault">
    <p:bg>
      <p:bgPr>
        <a:solidFill>
          <a:srgbClr val="D6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Línea"/>
          <p:cNvSpPr/>
          <p:nvPr/>
        </p:nvSpPr>
        <p:spPr>
          <a:xfrm flipV="1">
            <a:off x="4572000" y="2200275"/>
            <a:ext cx="0" cy="4187825"/>
          </a:xfrm>
          <a:prstGeom prst="line">
            <a:avLst/>
          </a:prstGeom>
          <a:ln w="9528">
            <a:solidFill>
              <a:srgbClr val="4E5B6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" name="Rectángulo"/>
          <p:cNvSpPr/>
          <p:nvPr/>
        </p:nvSpPr>
        <p:spPr>
          <a:xfrm>
            <a:off x="-2" y="0"/>
            <a:ext cx="9144004" cy="14478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86" name="Rectángulo"/>
          <p:cNvSpPr/>
          <p:nvPr/>
        </p:nvSpPr>
        <p:spPr>
          <a:xfrm>
            <a:off x="-2" y="6705600"/>
            <a:ext cx="9144004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87" name="Rectángulo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88" name="Rectángulo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89" name="Rectángulo"/>
          <p:cNvSpPr/>
          <p:nvPr/>
        </p:nvSpPr>
        <p:spPr>
          <a:xfrm>
            <a:off x="152400" y="1371600"/>
            <a:ext cx="8832850" cy="914400"/>
          </a:xfrm>
          <a:prstGeom prst="rect">
            <a:avLst/>
          </a:prstGeom>
          <a:solidFill>
            <a:srgbClr val="7FD13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90" name="Rectángulo"/>
          <p:cNvSpPr/>
          <p:nvPr/>
        </p:nvSpPr>
        <p:spPr>
          <a:xfrm>
            <a:off x="146050" y="6391275"/>
            <a:ext cx="8832850" cy="311150"/>
          </a:xfrm>
          <a:prstGeom prst="rect">
            <a:avLst/>
          </a:prstGeom>
          <a:solidFill>
            <a:srgbClr val="FEB80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91" name="Línea"/>
          <p:cNvSpPr/>
          <p:nvPr/>
        </p:nvSpPr>
        <p:spPr>
          <a:xfrm>
            <a:off x="152398" y="1279525"/>
            <a:ext cx="8832854" cy="0"/>
          </a:xfrm>
          <a:prstGeom prst="line">
            <a:avLst/>
          </a:prstGeom>
          <a:ln w="11430">
            <a:solidFill>
              <a:srgbClr val="E0A20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" name="Rectángulo"/>
          <p:cNvSpPr/>
          <p:nvPr/>
        </p:nvSpPr>
        <p:spPr>
          <a:xfrm>
            <a:off x="152400" y="155575"/>
            <a:ext cx="8832850" cy="6546850"/>
          </a:xfrm>
          <a:prstGeom prst="rect">
            <a:avLst/>
          </a:prstGeom>
          <a:ln w="9528">
            <a:solidFill>
              <a:srgbClr val="E0A208"/>
            </a:solidFill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93" name="Figura"/>
          <p:cNvSpPr/>
          <p:nvPr/>
        </p:nvSpPr>
        <p:spPr>
          <a:xfrm>
            <a:off x="4267198" y="955674"/>
            <a:ext cx="609605" cy="60960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4" name="Círculo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4">
            <a:solidFill>
              <a:srgbClr val="E0A208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5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96" name="Nivel de texto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97" name="Número de diapositiva"/>
          <p:cNvSpPr txBox="1"/>
          <p:nvPr>
            <p:ph type="sldNum" sz="quarter" idx="2"/>
          </p:nvPr>
        </p:nvSpPr>
        <p:spPr>
          <a:xfrm>
            <a:off x="4413915" y="1097281"/>
            <a:ext cx="316170" cy="33273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105" name="Nivel de texto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06" name="Número de diapositiva"/>
          <p:cNvSpPr txBox="1"/>
          <p:nvPr>
            <p:ph type="sldNum" sz="quarter" idx="2"/>
          </p:nvPr>
        </p:nvSpPr>
        <p:spPr>
          <a:xfrm>
            <a:off x="4413915" y="1090931"/>
            <a:ext cx="316170" cy="33273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o del título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114" name="Nivel de texto 1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ClrTx/>
              <a:buSzTx/>
              <a:buNone/>
            </a:lvl1pPr>
            <a:lvl2pPr marL="0" indent="0" algn="ctr">
              <a:buClrTx/>
              <a:buSzTx/>
              <a:buNone/>
            </a:lvl2pPr>
            <a:lvl3pPr marL="0" indent="0" algn="ctr">
              <a:buClrTx/>
              <a:buSzTx/>
              <a:buNone/>
            </a:lvl3pPr>
            <a:lvl4pPr marL="0" indent="0" algn="ctr">
              <a:buClrTx/>
              <a:buSzTx/>
              <a:buNone/>
            </a:lvl4pPr>
            <a:lvl5pPr marL="0" indent="0" algn="ctr">
              <a:buClrTx/>
              <a:buSzTx/>
              <a:buNone/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15" name="Número de diapositiva"/>
          <p:cNvSpPr txBox="1"/>
          <p:nvPr>
            <p:ph type="sldNum" sz="quarter" idx="2"/>
          </p:nvPr>
        </p:nvSpPr>
        <p:spPr>
          <a:xfrm>
            <a:off x="4413915" y="1090931"/>
            <a:ext cx="316170" cy="33273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Número de diapositiva"/>
          <p:cNvSpPr txBox="1"/>
          <p:nvPr>
            <p:ph type="sldNum" sz="quarter" idx="2"/>
          </p:nvPr>
        </p:nvSpPr>
        <p:spPr>
          <a:xfrm>
            <a:off x="4413915" y="1090931"/>
            <a:ext cx="316170" cy="33273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130" name="Nivel de texto 1…"/>
          <p:cNvSpPr txBox="1"/>
          <p:nvPr>
            <p:ph type="body" sz="half" idx="1"/>
          </p:nvPr>
        </p:nvSpPr>
        <p:spPr>
          <a:xfrm>
            <a:off x="301625" y="1524000"/>
            <a:ext cx="4188179" cy="4598988"/>
          </a:xfrm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31" name="Número de diapositiva"/>
          <p:cNvSpPr txBox="1"/>
          <p:nvPr>
            <p:ph type="sldNum" sz="quarter" idx="2"/>
          </p:nvPr>
        </p:nvSpPr>
        <p:spPr>
          <a:xfrm>
            <a:off x="4413915" y="1090931"/>
            <a:ext cx="316170" cy="33273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ángulo"/>
          <p:cNvSpPr/>
          <p:nvPr/>
        </p:nvSpPr>
        <p:spPr>
          <a:xfrm>
            <a:off x="-2" y="6705600"/>
            <a:ext cx="9144004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139" name="Rectángulo"/>
          <p:cNvSpPr/>
          <p:nvPr/>
        </p:nvSpPr>
        <p:spPr>
          <a:xfrm>
            <a:off x="-2" y="0"/>
            <a:ext cx="9144004" cy="15557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140" name="Rectángulo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141" name="Rectángulo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142" name="Rectángulo"/>
          <p:cNvSpPr/>
          <p:nvPr/>
        </p:nvSpPr>
        <p:spPr>
          <a:xfrm>
            <a:off x="146050" y="6391273"/>
            <a:ext cx="8832850" cy="309565"/>
          </a:xfrm>
          <a:prstGeom prst="rect">
            <a:avLst/>
          </a:prstGeom>
          <a:solidFill>
            <a:srgbClr val="FEB80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143" name="Rectángulo"/>
          <p:cNvSpPr/>
          <p:nvPr/>
        </p:nvSpPr>
        <p:spPr>
          <a:xfrm>
            <a:off x="152400" y="158750"/>
            <a:ext cx="8832850" cy="6546850"/>
          </a:xfrm>
          <a:prstGeom prst="rect">
            <a:avLst/>
          </a:prstGeom>
          <a:ln w="9528">
            <a:solidFill>
              <a:srgbClr val="E0A208"/>
            </a:solidFill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144" name="Número de diapositiva"/>
          <p:cNvSpPr txBox="1"/>
          <p:nvPr>
            <p:ph type="sldNum" sz="quarter" idx="2"/>
          </p:nvPr>
        </p:nvSpPr>
        <p:spPr>
          <a:xfrm>
            <a:off x="4413915" y="6378893"/>
            <a:ext cx="316170" cy="33273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ángulo"/>
          <p:cNvSpPr/>
          <p:nvPr/>
        </p:nvSpPr>
        <p:spPr>
          <a:xfrm>
            <a:off x="-2" y="6705600"/>
            <a:ext cx="9144004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152" name="Rectángulo"/>
          <p:cNvSpPr/>
          <p:nvPr/>
        </p:nvSpPr>
        <p:spPr>
          <a:xfrm>
            <a:off x="-2" y="0"/>
            <a:ext cx="9144004" cy="15557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153" name="Rectángulo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154" name="Rectángulo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155" name="Rectángulo"/>
          <p:cNvSpPr/>
          <p:nvPr/>
        </p:nvSpPr>
        <p:spPr>
          <a:xfrm>
            <a:off x="146050" y="6391273"/>
            <a:ext cx="8832850" cy="309565"/>
          </a:xfrm>
          <a:prstGeom prst="rect">
            <a:avLst/>
          </a:prstGeom>
          <a:solidFill>
            <a:srgbClr val="FEB80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156" name="Rectángulo"/>
          <p:cNvSpPr/>
          <p:nvPr/>
        </p:nvSpPr>
        <p:spPr>
          <a:xfrm>
            <a:off x="152400" y="158750"/>
            <a:ext cx="8832850" cy="6546850"/>
          </a:xfrm>
          <a:prstGeom prst="rect">
            <a:avLst/>
          </a:prstGeom>
          <a:ln w="9528">
            <a:solidFill>
              <a:srgbClr val="E0A208"/>
            </a:solidFill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157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158" name="Nivel de texto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59" name="Número de diapositiva"/>
          <p:cNvSpPr txBox="1"/>
          <p:nvPr>
            <p:ph type="sldNum" sz="quarter" idx="2"/>
          </p:nvPr>
        </p:nvSpPr>
        <p:spPr>
          <a:xfrm>
            <a:off x="4413915" y="6378893"/>
            <a:ext cx="316170" cy="33273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ángulo"/>
          <p:cNvSpPr/>
          <p:nvPr/>
        </p:nvSpPr>
        <p:spPr>
          <a:xfrm>
            <a:off x="-2" y="6705600"/>
            <a:ext cx="9144004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167" name="Rectángulo"/>
          <p:cNvSpPr/>
          <p:nvPr/>
        </p:nvSpPr>
        <p:spPr>
          <a:xfrm>
            <a:off x="-2" y="0"/>
            <a:ext cx="9144004" cy="15557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168" name="Rectángulo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169" name="Rectángulo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170" name="Rectángulo"/>
          <p:cNvSpPr/>
          <p:nvPr/>
        </p:nvSpPr>
        <p:spPr>
          <a:xfrm>
            <a:off x="146050" y="6391273"/>
            <a:ext cx="8832850" cy="309565"/>
          </a:xfrm>
          <a:prstGeom prst="rect">
            <a:avLst/>
          </a:prstGeom>
          <a:solidFill>
            <a:srgbClr val="FEB80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171" name="Rectángulo"/>
          <p:cNvSpPr/>
          <p:nvPr/>
        </p:nvSpPr>
        <p:spPr>
          <a:xfrm>
            <a:off x="152400" y="158750"/>
            <a:ext cx="8832850" cy="6546850"/>
          </a:xfrm>
          <a:prstGeom prst="rect">
            <a:avLst/>
          </a:prstGeom>
          <a:ln w="9528">
            <a:solidFill>
              <a:srgbClr val="E0A208"/>
            </a:solidFill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172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173" name="Nivel de texto 1…"/>
          <p:cNvSpPr txBox="1"/>
          <p:nvPr>
            <p:ph type="body" sz="half" idx="1"/>
          </p:nvPr>
        </p:nvSpPr>
        <p:spPr>
          <a:xfrm>
            <a:off x="301625" y="1524000"/>
            <a:ext cx="4188179" cy="4598988"/>
          </a:xfrm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74" name="Número de diapositiva"/>
          <p:cNvSpPr txBox="1"/>
          <p:nvPr>
            <p:ph type="sldNum" sz="quarter" idx="2"/>
          </p:nvPr>
        </p:nvSpPr>
        <p:spPr>
          <a:xfrm>
            <a:off x="4413915" y="6378893"/>
            <a:ext cx="316170" cy="33273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ángulo"/>
          <p:cNvSpPr/>
          <p:nvPr/>
        </p:nvSpPr>
        <p:spPr>
          <a:xfrm>
            <a:off x="-2" y="6705600"/>
            <a:ext cx="9144004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182" name="Rectángulo"/>
          <p:cNvSpPr/>
          <p:nvPr/>
        </p:nvSpPr>
        <p:spPr>
          <a:xfrm>
            <a:off x="-2" y="0"/>
            <a:ext cx="9144004" cy="15557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183" name="Rectángulo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184" name="Rectángulo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185" name="Rectángulo"/>
          <p:cNvSpPr/>
          <p:nvPr/>
        </p:nvSpPr>
        <p:spPr>
          <a:xfrm>
            <a:off x="146050" y="6391273"/>
            <a:ext cx="8832850" cy="309565"/>
          </a:xfrm>
          <a:prstGeom prst="rect">
            <a:avLst/>
          </a:prstGeom>
          <a:solidFill>
            <a:srgbClr val="FEB80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186" name="Rectángulo"/>
          <p:cNvSpPr/>
          <p:nvPr/>
        </p:nvSpPr>
        <p:spPr>
          <a:xfrm>
            <a:off x="152400" y="158750"/>
            <a:ext cx="8832850" cy="6546850"/>
          </a:xfrm>
          <a:prstGeom prst="rect">
            <a:avLst/>
          </a:prstGeom>
          <a:ln w="9528">
            <a:solidFill>
              <a:srgbClr val="E0A208"/>
            </a:solidFill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187" name="Texto del título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188" name="Nivel de texto 1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ClrTx/>
              <a:buSzTx/>
              <a:buNone/>
            </a:lvl1pPr>
            <a:lvl2pPr marL="0" indent="0" algn="ctr">
              <a:buClrTx/>
              <a:buSzTx/>
              <a:buNone/>
            </a:lvl2pPr>
            <a:lvl3pPr marL="0" indent="0" algn="ctr">
              <a:buClrTx/>
              <a:buSzTx/>
              <a:buNone/>
            </a:lvl3pPr>
            <a:lvl4pPr marL="0" indent="0" algn="ctr">
              <a:buClrTx/>
              <a:buSzTx/>
              <a:buNone/>
            </a:lvl4pPr>
            <a:lvl5pPr marL="0" indent="0" algn="ctr">
              <a:buClrTx/>
              <a:buSzTx/>
              <a:buNone/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89" name="Número de diapositiva"/>
          <p:cNvSpPr txBox="1"/>
          <p:nvPr>
            <p:ph type="sldNum" sz="quarter" idx="2"/>
          </p:nvPr>
        </p:nvSpPr>
        <p:spPr>
          <a:xfrm>
            <a:off x="4413915" y="6378893"/>
            <a:ext cx="316170" cy="33273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ángulo"/>
          <p:cNvSpPr/>
          <p:nvPr/>
        </p:nvSpPr>
        <p:spPr>
          <a:xfrm>
            <a:off x="-2" y="6705600"/>
            <a:ext cx="9144004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197" name="Rectángulo"/>
          <p:cNvSpPr/>
          <p:nvPr/>
        </p:nvSpPr>
        <p:spPr>
          <a:xfrm>
            <a:off x="-2" y="0"/>
            <a:ext cx="9144004" cy="15557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198" name="Rectángulo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199" name="Rectángulo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200" name="Rectángulo"/>
          <p:cNvSpPr/>
          <p:nvPr/>
        </p:nvSpPr>
        <p:spPr>
          <a:xfrm>
            <a:off x="146050" y="6391273"/>
            <a:ext cx="8832850" cy="309565"/>
          </a:xfrm>
          <a:prstGeom prst="rect">
            <a:avLst/>
          </a:prstGeom>
          <a:solidFill>
            <a:srgbClr val="FEB80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201" name="Rectángulo"/>
          <p:cNvSpPr/>
          <p:nvPr/>
        </p:nvSpPr>
        <p:spPr>
          <a:xfrm>
            <a:off x="152400" y="158750"/>
            <a:ext cx="8832850" cy="6546850"/>
          </a:xfrm>
          <a:prstGeom prst="rect">
            <a:avLst/>
          </a:prstGeom>
          <a:ln w="9528">
            <a:solidFill>
              <a:srgbClr val="E0A208"/>
            </a:solidFill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202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203" name="Nivel de texto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204" name="Número de diapositiva"/>
          <p:cNvSpPr txBox="1"/>
          <p:nvPr>
            <p:ph type="sldNum" sz="quarter" idx="2"/>
          </p:nvPr>
        </p:nvSpPr>
        <p:spPr>
          <a:xfrm>
            <a:off x="4413915" y="6378893"/>
            <a:ext cx="316170" cy="33273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Rectángulo"/>
          <p:cNvSpPr/>
          <p:nvPr/>
        </p:nvSpPr>
        <p:spPr>
          <a:xfrm>
            <a:off x="152400" y="152400"/>
            <a:ext cx="8832850" cy="304800"/>
          </a:xfrm>
          <a:prstGeom prst="rect">
            <a:avLst/>
          </a:prstGeom>
          <a:solidFill>
            <a:srgbClr val="FEB80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212" name="Rectángulo"/>
          <p:cNvSpPr/>
          <p:nvPr/>
        </p:nvSpPr>
        <p:spPr>
          <a:xfrm>
            <a:off x="-2" y="6705600"/>
            <a:ext cx="9144004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213" name="Rectángulo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214" name="Rectángulo"/>
          <p:cNvSpPr/>
          <p:nvPr/>
        </p:nvSpPr>
        <p:spPr>
          <a:xfrm>
            <a:off x="-2" y="0"/>
            <a:ext cx="9144004" cy="1190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215" name="Rectángulo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216" name="Rectángulo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rgbClr val="7FD13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217" name="Rectángulo"/>
          <p:cNvSpPr/>
          <p:nvPr/>
        </p:nvSpPr>
        <p:spPr>
          <a:xfrm>
            <a:off x="152400" y="152400"/>
            <a:ext cx="8832850" cy="6546850"/>
          </a:xfrm>
          <a:prstGeom prst="rect">
            <a:avLst/>
          </a:prstGeom>
          <a:ln w="9528">
            <a:solidFill>
              <a:srgbClr val="E0A208"/>
            </a:solidFill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218" name="Línea"/>
          <p:cNvSpPr/>
          <p:nvPr/>
        </p:nvSpPr>
        <p:spPr>
          <a:xfrm>
            <a:off x="152398" y="533400"/>
            <a:ext cx="8832854" cy="0"/>
          </a:xfrm>
          <a:prstGeom prst="line">
            <a:avLst/>
          </a:prstGeom>
          <a:ln w="11430">
            <a:solidFill>
              <a:srgbClr val="E0A20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9" name="Figura"/>
          <p:cNvSpPr/>
          <p:nvPr/>
        </p:nvSpPr>
        <p:spPr>
          <a:xfrm>
            <a:off x="1295399" y="228599"/>
            <a:ext cx="609605" cy="60960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" name="Círculo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4">
            <a:solidFill>
              <a:srgbClr val="E0A208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" name="Rectángulo"/>
          <p:cNvSpPr/>
          <p:nvPr/>
        </p:nvSpPr>
        <p:spPr>
          <a:xfrm>
            <a:off x="149225" y="6388098"/>
            <a:ext cx="8832850" cy="309565"/>
          </a:xfrm>
          <a:prstGeom prst="rect">
            <a:avLst/>
          </a:prstGeom>
          <a:solidFill>
            <a:srgbClr val="FEB80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222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223" name="Nivel de texto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224" name="Número de diapositiva"/>
          <p:cNvSpPr txBox="1"/>
          <p:nvPr>
            <p:ph type="sldNum" sz="quarter" idx="2"/>
          </p:nvPr>
        </p:nvSpPr>
        <p:spPr>
          <a:xfrm>
            <a:off x="1442115" y="367031"/>
            <a:ext cx="316170" cy="33273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Línea"/>
          <p:cNvSpPr/>
          <p:nvPr/>
        </p:nvSpPr>
        <p:spPr>
          <a:xfrm>
            <a:off x="152398" y="533400"/>
            <a:ext cx="8832854" cy="0"/>
          </a:xfrm>
          <a:prstGeom prst="line">
            <a:avLst/>
          </a:prstGeom>
          <a:ln w="11430">
            <a:solidFill>
              <a:srgbClr val="E0A20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2" name="Rectángulo"/>
          <p:cNvSpPr/>
          <p:nvPr/>
        </p:nvSpPr>
        <p:spPr>
          <a:xfrm>
            <a:off x="-2" y="6705600"/>
            <a:ext cx="9144004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233" name="Rectángulo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234" name="Rectángulo"/>
          <p:cNvSpPr/>
          <p:nvPr/>
        </p:nvSpPr>
        <p:spPr>
          <a:xfrm>
            <a:off x="-2" y="0"/>
            <a:ext cx="9144004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235" name="Rectángulo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236" name="Rectángulo"/>
          <p:cNvSpPr/>
          <p:nvPr/>
        </p:nvSpPr>
        <p:spPr>
          <a:xfrm>
            <a:off x="152400" y="152400"/>
            <a:ext cx="8832850" cy="301625"/>
          </a:xfrm>
          <a:prstGeom prst="rect">
            <a:avLst/>
          </a:prstGeom>
          <a:solidFill>
            <a:srgbClr val="FEB80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237" name="Rectángulo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rgbClr val="7FD13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238" name="Rectángulo"/>
          <p:cNvSpPr/>
          <p:nvPr/>
        </p:nvSpPr>
        <p:spPr>
          <a:xfrm>
            <a:off x="152400" y="155575"/>
            <a:ext cx="8832850" cy="6546850"/>
          </a:xfrm>
          <a:prstGeom prst="rect">
            <a:avLst/>
          </a:prstGeom>
          <a:ln w="9528">
            <a:solidFill>
              <a:srgbClr val="E0A208"/>
            </a:solidFill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239" name="Figura"/>
          <p:cNvSpPr/>
          <p:nvPr/>
        </p:nvSpPr>
        <p:spPr>
          <a:xfrm>
            <a:off x="1295399" y="228599"/>
            <a:ext cx="609605" cy="60960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" name="Círculo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4">
            <a:solidFill>
              <a:srgbClr val="E0A208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" name="Rectángulo"/>
          <p:cNvSpPr/>
          <p:nvPr/>
        </p:nvSpPr>
        <p:spPr>
          <a:xfrm>
            <a:off x="149225" y="6388098"/>
            <a:ext cx="8832850" cy="309565"/>
          </a:xfrm>
          <a:prstGeom prst="rect">
            <a:avLst/>
          </a:prstGeom>
          <a:solidFill>
            <a:srgbClr val="FEB80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242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243" name="Nivel de texto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244" name="Número de diapositiva"/>
          <p:cNvSpPr txBox="1"/>
          <p:nvPr>
            <p:ph type="sldNum" sz="quarter" idx="2"/>
          </p:nvPr>
        </p:nvSpPr>
        <p:spPr>
          <a:xfrm>
            <a:off x="1442115" y="367031"/>
            <a:ext cx="316170" cy="33273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bg>
      <p:bgPr>
        <a:solidFill>
          <a:srgbClr val="D6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252" name="Nivel de texto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253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ault">
    <p:bg>
      <p:bgPr>
        <a:solidFill>
          <a:srgbClr val="D6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ángulo"/>
          <p:cNvSpPr/>
          <p:nvPr/>
        </p:nvSpPr>
        <p:spPr>
          <a:xfrm>
            <a:off x="-2" y="6705600"/>
            <a:ext cx="9144004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261" name="Rectángulo"/>
          <p:cNvSpPr/>
          <p:nvPr/>
        </p:nvSpPr>
        <p:spPr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262" name="Rectángulo"/>
          <p:cNvSpPr/>
          <p:nvPr/>
        </p:nvSpPr>
        <p:spPr>
          <a:xfrm>
            <a:off x="-2" y="0"/>
            <a:ext cx="9144004" cy="15557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263" name="Rectángulo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264" name="Rectángulo"/>
          <p:cNvSpPr/>
          <p:nvPr/>
        </p:nvSpPr>
        <p:spPr>
          <a:xfrm>
            <a:off x="146050" y="6391273"/>
            <a:ext cx="8832850" cy="309565"/>
          </a:xfrm>
          <a:prstGeom prst="rect">
            <a:avLst/>
          </a:prstGeom>
          <a:solidFill>
            <a:srgbClr val="FEB80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265" name="Rectángulo"/>
          <p:cNvSpPr/>
          <p:nvPr/>
        </p:nvSpPr>
        <p:spPr>
          <a:xfrm>
            <a:off x="152400" y="155575"/>
            <a:ext cx="8832850" cy="6546850"/>
          </a:xfrm>
          <a:prstGeom prst="rect">
            <a:avLst/>
          </a:prstGeom>
          <a:ln w="9528">
            <a:solidFill>
              <a:srgbClr val="E0A208"/>
            </a:solidFill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266" name="Línea"/>
          <p:cNvSpPr/>
          <p:nvPr/>
        </p:nvSpPr>
        <p:spPr>
          <a:xfrm flipH="1">
            <a:off x="7144373" y="156210"/>
            <a:ext cx="24" cy="6245226"/>
          </a:xfrm>
          <a:prstGeom prst="line">
            <a:avLst/>
          </a:prstGeom>
          <a:ln w="9528">
            <a:solidFill>
              <a:srgbClr val="E0A20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7" name="Figura"/>
          <p:cNvSpPr/>
          <p:nvPr/>
        </p:nvSpPr>
        <p:spPr>
          <a:xfrm>
            <a:off x="6838949" y="2925761"/>
            <a:ext cx="609605" cy="609604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8" name="Círculo"/>
          <p:cNvSpPr/>
          <p:nvPr/>
        </p:nvSpPr>
        <p:spPr>
          <a:xfrm>
            <a:off x="6934200" y="3021011"/>
            <a:ext cx="420688" cy="419103"/>
          </a:xfrm>
          <a:prstGeom prst="ellipse">
            <a:avLst/>
          </a:prstGeom>
          <a:solidFill>
            <a:srgbClr val="FFFFFF"/>
          </a:solidFill>
          <a:ln w="50804">
            <a:solidFill>
              <a:srgbClr val="E0A208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9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270" name="Nivel de texto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271" name="Número de diapositiva"/>
          <p:cNvSpPr txBox="1"/>
          <p:nvPr>
            <p:ph type="sldNum" sz="quarter" idx="2"/>
          </p:nvPr>
        </p:nvSpPr>
        <p:spPr>
          <a:xfrm>
            <a:off x="6985665" y="3064193"/>
            <a:ext cx="316170" cy="33273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Rectángulo"/>
          <p:cNvSpPr/>
          <p:nvPr/>
        </p:nvSpPr>
        <p:spPr>
          <a:xfrm>
            <a:off x="-1" y="6705600"/>
            <a:ext cx="9144002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279" name="Rectángulo"/>
          <p:cNvSpPr/>
          <p:nvPr/>
        </p:nvSpPr>
        <p:spPr>
          <a:xfrm>
            <a:off x="-1" y="0"/>
            <a:ext cx="9144002" cy="15557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280" name="Rectángulo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281" name="Rectángulo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282" name="Rectángulo"/>
          <p:cNvSpPr/>
          <p:nvPr/>
        </p:nvSpPr>
        <p:spPr>
          <a:xfrm>
            <a:off x="146050" y="6391275"/>
            <a:ext cx="8832850" cy="309563"/>
          </a:xfrm>
          <a:prstGeom prst="rect">
            <a:avLst/>
          </a:prstGeom>
          <a:solidFill>
            <a:srgbClr val="FEB80A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283" name="Rectángulo"/>
          <p:cNvSpPr/>
          <p:nvPr/>
        </p:nvSpPr>
        <p:spPr>
          <a:xfrm>
            <a:off x="152400" y="158750"/>
            <a:ext cx="8832850" cy="6546850"/>
          </a:xfrm>
          <a:prstGeom prst="rect">
            <a:avLst/>
          </a:prstGeom>
          <a:ln w="9528">
            <a:solidFill>
              <a:srgbClr val="E0A208"/>
            </a:solidFill>
          </a:ln>
        </p:spPr>
        <p:txBody>
          <a:bodyPr lIns="45719" rIns="45719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284" name="Número de diapositiva"/>
          <p:cNvSpPr txBox="1"/>
          <p:nvPr>
            <p:ph type="sldNum" sz="quarter" idx="2"/>
          </p:nvPr>
        </p:nvSpPr>
        <p:spPr>
          <a:xfrm>
            <a:off x="4413914" y="6378892"/>
            <a:ext cx="316172" cy="332741"/>
          </a:xfrm>
          <a:prstGeom prst="rect">
            <a:avLst/>
          </a:prstGeom>
        </p:spPr>
        <p:txBody>
          <a:bodyPr lIns="45719" tIns="45719" rIns="45719" b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"/>
          <p:cNvSpPr/>
          <p:nvPr/>
        </p:nvSpPr>
        <p:spPr>
          <a:xfrm>
            <a:off x="-2" y="6705600"/>
            <a:ext cx="9144004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3" name="Rectángulo"/>
          <p:cNvSpPr/>
          <p:nvPr/>
        </p:nvSpPr>
        <p:spPr>
          <a:xfrm>
            <a:off x="-2" y="0"/>
            <a:ext cx="9144004" cy="13938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4" name="Rectángulo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5" name="Rectángulo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6" name="Rectángulo"/>
          <p:cNvSpPr/>
          <p:nvPr/>
        </p:nvSpPr>
        <p:spPr>
          <a:xfrm>
            <a:off x="149225" y="6388098"/>
            <a:ext cx="8832850" cy="309565"/>
          </a:xfrm>
          <a:prstGeom prst="rect">
            <a:avLst/>
          </a:prstGeom>
          <a:solidFill>
            <a:srgbClr val="FEB80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7" name="Rectángulo"/>
          <p:cNvSpPr/>
          <p:nvPr/>
        </p:nvSpPr>
        <p:spPr>
          <a:xfrm>
            <a:off x="152400" y="155575"/>
            <a:ext cx="8832850" cy="6546850"/>
          </a:xfrm>
          <a:prstGeom prst="rect">
            <a:avLst/>
          </a:prstGeom>
          <a:ln w="9528">
            <a:solidFill>
              <a:srgbClr val="E0A208"/>
            </a:solidFill>
          </a:ln>
        </p:spPr>
        <p:txBody>
          <a:bodyPr lIns="45718" tIns="45718" rIns="45718" bIns="45718" anchor="ctr"/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8" name="Línea"/>
          <p:cNvSpPr/>
          <p:nvPr/>
        </p:nvSpPr>
        <p:spPr>
          <a:xfrm>
            <a:off x="152398" y="1276350"/>
            <a:ext cx="8832854" cy="0"/>
          </a:xfrm>
          <a:prstGeom prst="line">
            <a:avLst/>
          </a:prstGeom>
          <a:ln w="9528">
            <a:solidFill>
              <a:srgbClr val="E0A20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" name="Figura"/>
          <p:cNvSpPr/>
          <p:nvPr/>
        </p:nvSpPr>
        <p:spPr>
          <a:xfrm>
            <a:off x="4267198" y="955674"/>
            <a:ext cx="609605" cy="60960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" name="Círculo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4">
            <a:solidFill>
              <a:srgbClr val="E0A208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" name="Texto del título"/>
          <p:cNvSpPr txBox="1"/>
          <p:nvPr>
            <p:ph type="title"/>
          </p:nvPr>
        </p:nvSpPr>
        <p:spPr>
          <a:xfrm>
            <a:off x="301625" y="228600"/>
            <a:ext cx="8534400" cy="75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b">
            <a:normAutofit fontScale="100000" lnSpcReduction="0"/>
          </a:bodyPr>
          <a:lstStyle/>
          <a:p>
            <a:pPr/>
            <a:r>
              <a:t>Texto del título</a:t>
            </a:r>
          </a:p>
        </p:txBody>
      </p:sp>
      <p:sp>
        <p:nvSpPr>
          <p:cNvPr id="12" name="Nivel de texto 1…"/>
          <p:cNvSpPr txBox="1"/>
          <p:nvPr>
            <p:ph type="body" idx="1"/>
          </p:nvPr>
        </p:nvSpPr>
        <p:spPr>
          <a:xfrm>
            <a:off x="301625" y="1524000"/>
            <a:ext cx="8534400" cy="45989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3" name="Número de diapositiva"/>
          <p:cNvSpPr txBox="1"/>
          <p:nvPr>
            <p:ph type="sldNum" sz="quarter" idx="2"/>
          </p:nvPr>
        </p:nvSpPr>
        <p:spPr>
          <a:xfrm>
            <a:off x="4413915" y="1094106"/>
            <a:ext cx="316170" cy="3327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ctr">
              <a:defRPr sz="1600">
                <a:solidFill>
                  <a:srgbClr val="E0A208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E0A208"/>
          </a:solidFill>
          <a:uFillTx/>
          <a:latin typeface="Georgia"/>
          <a:ea typeface="Georgia"/>
          <a:cs typeface="Georgia"/>
          <a:sym typeface="Georgia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E0A208"/>
          </a:solidFill>
          <a:uFillTx/>
          <a:latin typeface="Georgia"/>
          <a:ea typeface="Georgia"/>
          <a:cs typeface="Georgia"/>
          <a:sym typeface="Georgia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E0A208"/>
          </a:solidFill>
          <a:uFillTx/>
          <a:latin typeface="Georgia"/>
          <a:ea typeface="Georgia"/>
          <a:cs typeface="Georgia"/>
          <a:sym typeface="Georgia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E0A208"/>
          </a:solidFill>
          <a:uFillTx/>
          <a:latin typeface="Georgia"/>
          <a:ea typeface="Georgia"/>
          <a:cs typeface="Georgia"/>
          <a:sym typeface="Georgia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E0A208"/>
          </a:solidFill>
          <a:uFillTx/>
          <a:latin typeface="Georgia"/>
          <a:ea typeface="Georgia"/>
          <a:cs typeface="Georgia"/>
          <a:sym typeface="Georgia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E0A208"/>
          </a:solidFill>
          <a:uFillTx/>
          <a:latin typeface="Georgia"/>
          <a:ea typeface="Georgia"/>
          <a:cs typeface="Georgia"/>
          <a:sym typeface="Georgia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E0A208"/>
          </a:solidFill>
          <a:uFillTx/>
          <a:latin typeface="Georgia"/>
          <a:ea typeface="Georgia"/>
          <a:cs typeface="Georgia"/>
          <a:sym typeface="Georgia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E0A208"/>
          </a:solidFill>
          <a:uFillTx/>
          <a:latin typeface="Georgia"/>
          <a:ea typeface="Georgia"/>
          <a:cs typeface="Georgia"/>
          <a:sym typeface="Georgia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E0A208"/>
          </a:solidFill>
          <a:uFillTx/>
          <a:latin typeface="Georgia"/>
          <a:ea typeface="Georgia"/>
          <a:cs typeface="Georgia"/>
          <a:sym typeface="Georgia"/>
        </a:defRPr>
      </a:lvl9pPr>
    </p:titleStyle>
    <p:bodyStyle>
      <a:lvl1pPr marL="271461" marR="0" indent="-271461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7FD13B"/>
        </a:buClr>
        <a:buSzPct val="85000"/>
        <a:buFontTx/>
        <a:buChar char="•"/>
        <a:tabLst/>
        <a:defRPr b="0" baseline="0" cap="none" i="0" spc="0" strike="noStrike" sz="2700" u="none">
          <a:solidFill>
            <a:srgbClr val="000000"/>
          </a:solidFill>
          <a:uFillTx/>
          <a:latin typeface="Georgia"/>
          <a:ea typeface="Georgia"/>
          <a:cs typeface="Georgia"/>
          <a:sym typeface="Georgia"/>
        </a:defRPr>
      </a:lvl1pPr>
      <a:lvl2pPr marL="609383" marR="0" indent="-333158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7FD13B"/>
        </a:buClr>
        <a:buSzPct val="70000"/>
        <a:buFontTx/>
        <a:buChar char="○"/>
        <a:tabLst/>
        <a:defRPr b="0" baseline="0" cap="none" i="0" spc="0" strike="noStrike" sz="2700" u="none">
          <a:solidFill>
            <a:srgbClr val="000000"/>
          </a:solidFill>
          <a:uFillTx/>
          <a:latin typeface="Georgia"/>
          <a:ea typeface="Georgia"/>
          <a:cs typeface="Georgia"/>
          <a:sym typeface="Georgia"/>
        </a:defRPr>
      </a:lvl2pPr>
      <a:lvl3pPr marL="902335" marR="0" indent="-30860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7FD13B"/>
        </a:buClr>
        <a:buSzPct val="75000"/>
        <a:buFontTx/>
        <a:buChar char="÷"/>
        <a:tabLst/>
        <a:defRPr b="0" baseline="0" cap="none" i="0" spc="0" strike="noStrike" sz="2700" u="none">
          <a:solidFill>
            <a:srgbClr val="000000"/>
          </a:solidFill>
          <a:uFillTx/>
          <a:latin typeface="Georgia"/>
          <a:ea typeface="Georgia"/>
          <a:cs typeface="Georgia"/>
          <a:sym typeface="Georgia"/>
        </a:defRPr>
      </a:lvl3pPr>
      <a:lvl4pPr marL="1209675" marR="0" indent="-3429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7FD13B"/>
        </a:buClr>
        <a:buSzPct val="70000"/>
        <a:buFontTx/>
        <a:buChar char="○"/>
        <a:tabLst/>
        <a:defRPr b="0" baseline="0" cap="none" i="0" spc="0" strike="noStrike" sz="2700" u="none">
          <a:solidFill>
            <a:srgbClr val="000000"/>
          </a:solidFill>
          <a:uFillTx/>
          <a:latin typeface="Georgia"/>
          <a:ea typeface="Georgia"/>
          <a:cs typeface="Georgia"/>
          <a:sym typeface="Georgia"/>
        </a:defRPr>
      </a:lvl4pPr>
      <a:lvl5pPr marL="1485900" marR="0" indent="-3429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7FD13B"/>
        </a:buClr>
        <a:buSzPct val="100000"/>
        <a:buFontTx/>
        <a:buChar char="•"/>
        <a:tabLst/>
        <a:defRPr b="0" baseline="0" cap="none" i="0" spc="0" strike="noStrike" sz="2700" u="none">
          <a:solidFill>
            <a:srgbClr val="000000"/>
          </a:solidFill>
          <a:uFillTx/>
          <a:latin typeface="Georgia"/>
          <a:ea typeface="Georgia"/>
          <a:cs typeface="Georgia"/>
          <a:sym typeface="Georgia"/>
        </a:defRPr>
      </a:lvl5pPr>
      <a:lvl6pPr marL="0" marR="0" indent="16002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7FD13B"/>
        </a:buClr>
        <a:buSzTx/>
        <a:buFontTx/>
        <a:buNone/>
        <a:tabLst/>
        <a:defRPr b="0" baseline="0" cap="none" i="0" spc="0" strike="noStrike" sz="2700" u="none">
          <a:solidFill>
            <a:srgbClr val="000000"/>
          </a:solidFill>
          <a:uFillTx/>
          <a:latin typeface="Georgia"/>
          <a:ea typeface="Georgia"/>
          <a:cs typeface="Georgia"/>
          <a:sym typeface="Georgia"/>
        </a:defRPr>
      </a:lvl6pPr>
      <a:lvl7pPr marL="0" marR="0" indent="2057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7FD13B"/>
        </a:buClr>
        <a:buSzTx/>
        <a:buFontTx/>
        <a:buNone/>
        <a:tabLst/>
        <a:defRPr b="0" baseline="0" cap="none" i="0" spc="0" strike="noStrike" sz="2700" u="none">
          <a:solidFill>
            <a:srgbClr val="000000"/>
          </a:solidFill>
          <a:uFillTx/>
          <a:latin typeface="Georgia"/>
          <a:ea typeface="Georgia"/>
          <a:cs typeface="Georgia"/>
          <a:sym typeface="Georgia"/>
        </a:defRPr>
      </a:lvl7pPr>
      <a:lvl8pPr marL="0" marR="0" indent="25146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7FD13B"/>
        </a:buClr>
        <a:buSzTx/>
        <a:buFontTx/>
        <a:buNone/>
        <a:tabLst/>
        <a:defRPr b="0" baseline="0" cap="none" i="0" spc="0" strike="noStrike" sz="2700" u="none">
          <a:solidFill>
            <a:srgbClr val="000000"/>
          </a:solidFill>
          <a:uFillTx/>
          <a:latin typeface="Georgia"/>
          <a:ea typeface="Georgia"/>
          <a:cs typeface="Georgia"/>
          <a:sym typeface="Georgia"/>
        </a:defRPr>
      </a:lvl8pPr>
      <a:lvl9pPr marL="0" marR="0" indent="29718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7FD13B"/>
        </a:buClr>
        <a:buSzTx/>
        <a:buFontTx/>
        <a:buNone/>
        <a:tabLst/>
        <a:defRPr b="0" baseline="0" cap="none" i="0" spc="0" strike="noStrike" sz="2700" u="none">
          <a:solidFill>
            <a:srgbClr val="000000"/>
          </a:solidFill>
          <a:uFillTx/>
          <a:latin typeface="Georgia"/>
          <a:ea typeface="Georgia"/>
          <a:cs typeface="Georgia"/>
          <a:sym typeface="Georgia"/>
        </a:defRPr>
      </a:lvl9pPr>
    </p:bodyStyle>
    <p:other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Georgia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Georgia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Georgia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Georgia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Georgia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Georgia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Georgia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Georgia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Georgi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2.png"/><Relationship Id="rId3" Type="http://schemas.openxmlformats.org/officeDocument/2006/relationships/image" Target="../media/image1.jpeg"/><Relationship Id="rId4" Type="http://schemas.openxmlformats.org/officeDocument/2006/relationships/image" Target="../media/image2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hyperlink" Target="mailto:carlos.pena@ibt.unam.mx" TargetMode="External"/><Relationship Id="rId3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01875" y="549275"/>
            <a:ext cx="4538663" cy="3716338"/>
          </a:xfrm>
          <a:prstGeom prst="rect">
            <a:avLst/>
          </a:prstGeom>
          <a:ln w="12700">
            <a:miter lim="400000"/>
          </a:ln>
        </p:spPr>
      </p:pic>
      <p:pic>
        <p:nvPicPr>
          <p:cNvPr id="294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48809" y="-142083"/>
            <a:ext cx="6227332" cy="509905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Misión y visión de Biopolymex"/>
          <p:cNvSpPr txBox="1"/>
          <p:nvPr>
            <p:ph type="title" idx="4294967295"/>
          </p:nvPr>
        </p:nvSpPr>
        <p:spPr>
          <a:xfrm>
            <a:off x="395287" y="428625"/>
            <a:ext cx="8534401" cy="758825"/>
          </a:xfrm>
          <a:prstGeom prst="rect">
            <a:avLst/>
          </a:prstGeom>
        </p:spPr>
        <p:txBody>
          <a:bodyPr lIns="45719" tIns="45719" rIns="45719" bIns="45719"/>
          <a:lstStyle>
            <a:lvl1pPr algn="l">
              <a:defRPr b="1" sz="4000">
                <a:solidFill>
                  <a:srgbClr val="00B050"/>
                </a:solidFill>
              </a:defRPr>
            </a:lvl1pPr>
          </a:lstStyle>
          <a:p>
            <a:pPr/>
            <a:r>
              <a:t>Misión y visión de Biopolymex</a:t>
            </a:r>
          </a:p>
        </p:txBody>
      </p:sp>
      <p:sp>
        <p:nvSpPr>
          <p:cNvPr id="297" name="La misión de Biopolymex es producir bioplásticos ecológicos, 100% biodegradables, biocompatibles y compostables desarrollando tecnologías para el uso recursos renovables que no compitan con la producción de alimentos. Satisfacer  la demanda de la industr"/>
          <p:cNvSpPr txBox="1"/>
          <p:nvPr>
            <p:ph type="body" idx="4294967295"/>
          </p:nvPr>
        </p:nvSpPr>
        <p:spPr>
          <a:xfrm>
            <a:off x="323850" y="1268412"/>
            <a:ext cx="8429625" cy="3960813"/>
          </a:xfrm>
          <a:prstGeom prst="rect">
            <a:avLst/>
          </a:prstGeom>
        </p:spPr>
        <p:txBody>
          <a:bodyPr lIns="45719" tIns="45719" rIns="45719" bIns="45719"/>
          <a:lstStyle/>
          <a:p>
            <a:pPr marL="271462" indent="-271462">
              <a:lnSpc>
                <a:spcPct val="90000"/>
              </a:lnSpc>
              <a:buChar char="●"/>
              <a:defRPr sz="2500"/>
            </a:pPr>
            <a:r>
              <a:t>La misión de Biopolymex es </a:t>
            </a:r>
            <a:r>
              <a:rPr>
                <a:solidFill>
                  <a:srgbClr val="209E38"/>
                </a:solidFill>
              </a:rPr>
              <a:t>producir bioplásticos ecológicos, 100% biodegradables, biocompatibles y compostables desarrollando tecnologías para el uso recursos renovables que no compitan con la producción de alimentos</a:t>
            </a:r>
            <a:r>
              <a:t>. Satisfacer  la demanda de la industria de transformación del plástico, el sector médico y agrícola, con plásticos de alto valor agregado obtenidos a partir de procesos biotecnológicos.</a:t>
            </a:r>
          </a:p>
          <a:p>
            <a:pPr marL="271462" indent="-271462">
              <a:lnSpc>
                <a:spcPct val="90000"/>
              </a:lnSpc>
              <a:buChar char="●"/>
              <a:defRPr sz="2500"/>
            </a:pPr>
            <a:r>
              <a:t>Nuestra visión es contribuir a reducir la contaminación producida por el plástico y las emisiones de CO2.</a:t>
            </a:r>
          </a:p>
        </p:txBody>
      </p:sp>
      <p:pic>
        <p:nvPicPr>
          <p:cNvPr id="298" name="image2.png" descr="image2.png"/>
          <p:cNvPicPr>
            <a:picLocks noChangeAspect="1"/>
          </p:cNvPicPr>
          <p:nvPr/>
        </p:nvPicPr>
        <p:blipFill>
          <a:blip r:embed="rId2">
            <a:extLst/>
          </a:blip>
          <a:srcRect l="23632" t="16250" r="39453" b="28436"/>
          <a:stretch>
            <a:fillRect/>
          </a:stretch>
        </p:blipFill>
        <p:spPr>
          <a:xfrm>
            <a:off x="7380287" y="4764087"/>
            <a:ext cx="1549401" cy="1450976"/>
          </a:xfrm>
          <a:prstGeom prst="rect">
            <a:avLst/>
          </a:prstGeom>
          <a:ln w="12700">
            <a:miter lim="400000"/>
          </a:ln>
        </p:spPr>
      </p:pic>
      <p:pic>
        <p:nvPicPr>
          <p:cNvPr id="299" name="http://www.sustainableisgood.com/photos/uncategorized/2008/04/23/primo_bottle.jpg" descr="http://www.sustainableisgood.com/photos/uncategorized/2008/04/23/primo_bottle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00625" y="4960937"/>
            <a:ext cx="773113" cy="1039813"/>
          </a:xfrm>
          <a:prstGeom prst="rect">
            <a:avLst/>
          </a:prstGeom>
          <a:ln w="12700">
            <a:miter lim="400000"/>
          </a:ln>
        </p:spPr>
      </p:pic>
      <p:pic>
        <p:nvPicPr>
          <p:cNvPr id="300" name="http://s3.amazonaws.com/post.good.is/EmbeddedImage/15542/org_bioplastic01.jpg" descr="http://s3.amazonaws.com/post.good.is/EmbeddedImage/15542/org_bioplastic01.jp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95962" y="4941887"/>
            <a:ext cx="1571626" cy="10969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Empresa que produce bioplásticos ecológicos 100 % biodegradables, biocompatibles y compostables desarrollando tecnologías para el uso recursos renovables que no compitan con la producción de alimentos."/>
          <p:cNvSpPr txBox="1"/>
          <p:nvPr>
            <p:ph type="body" idx="4294967295"/>
          </p:nvPr>
        </p:nvSpPr>
        <p:spPr>
          <a:xfrm>
            <a:off x="357187" y="2585242"/>
            <a:ext cx="8429626" cy="3960814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90000"/>
              </a:lnSpc>
              <a:buChar char="●"/>
              <a:defRPr sz="1400"/>
            </a:pPr>
            <a:r>
              <a:t>Empresa: Biopolymex</a:t>
            </a:r>
          </a:p>
          <a:p>
            <a:pPr algn="just">
              <a:lnSpc>
                <a:spcPct val="90000"/>
              </a:lnSpc>
              <a:buChar char="●"/>
              <a:defRPr sz="1400"/>
            </a:pPr>
            <a:r>
              <a:t>Servicios: Empresa que produce bioplásticos ecológicos 100 % </a:t>
            </a:r>
            <a:r>
              <a:rPr>
                <a:solidFill>
                  <a:srgbClr val="209E38"/>
                </a:solidFill>
              </a:rPr>
              <a:t>biodegradables, biocompatibles y compostables desarrollando tecnologías para el uso recursos renovables que no compitan con la producción de alimentos</a:t>
            </a:r>
          </a:p>
          <a:p>
            <a:pPr algn="just">
              <a:lnSpc>
                <a:spcPct val="90000"/>
              </a:lnSpc>
              <a:buChar char="●"/>
              <a:defRPr sz="1400"/>
            </a:pPr>
            <a:r>
              <a:t>Contacto: Carlos Peña…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carlos.pena@ibt.unam.mx</a:t>
            </a:r>
          </a:p>
        </p:txBody>
      </p:sp>
      <p:pic>
        <p:nvPicPr>
          <p:cNvPr id="303" name="image.png" descr="image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23104"/>
          <a:stretch>
            <a:fillRect/>
          </a:stretch>
        </p:blipFill>
        <p:spPr>
          <a:xfrm>
            <a:off x="2601248" y="-1"/>
            <a:ext cx="3478633" cy="21902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ivil">
  <a:themeElements>
    <a:clrScheme name="Civil">
      <a:dk1>
        <a:srgbClr val="000000"/>
      </a:dk1>
      <a:lt1>
        <a:srgbClr val="D6EC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ivil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Civi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6EC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ivil">
  <a:themeElements>
    <a:clrScheme name="Civil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ivil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Civi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6EC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